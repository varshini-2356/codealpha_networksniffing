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512B6-6098-4CB4-BB66-A8DF7EFB5F9B}" v="10" dt="2025-11-05T06:15:02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1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974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48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61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37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74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458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49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19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6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73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813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308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25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24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822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8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2A96DA-38AF-46C5-95A5-72AE7D608D2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EFA851-032C-4237-B664-1B87129E5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30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8E111-C8EC-F027-E8D7-26CD6B42FBDA}"/>
              </a:ext>
            </a:extLst>
          </p:cNvPr>
          <p:cNvSpPr txBox="1"/>
          <p:nvPr/>
        </p:nvSpPr>
        <p:spPr>
          <a:xfrm>
            <a:off x="1252331" y="983974"/>
            <a:ext cx="9004852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Phishing?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attack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attackers trick users into revealing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or confidential information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passwords, credit card numbers, or bank details) by pretending to be a trustworthy source.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Phishing: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Steal sensitive information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malware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unauthorized access to systems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email pretending to be from your bank asking you to “verify your account.”</a:t>
            </a:r>
          </a:p>
        </p:txBody>
      </p:sp>
    </p:spTree>
    <p:extLst>
      <p:ext uri="{BB962C8B-B14F-4D97-AF65-F5344CB8AC3E}">
        <p14:creationId xmlns:p14="http://schemas.microsoft.com/office/powerpoint/2010/main" val="168771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2D4F52-F05F-9530-A37C-D4428F56884A}"/>
              </a:ext>
            </a:extLst>
          </p:cNvPr>
          <p:cNvSpPr txBox="1"/>
          <p:nvPr/>
        </p:nvSpPr>
        <p:spPr>
          <a:xfrm>
            <a:off x="1252330" y="1898374"/>
            <a:ext cx="9124121" cy="188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Phishing Works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Attacker sends an email, message, or fake website link.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Victim clicks on the link or opens an attachment.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Victim unknowingly gives away information or installs malware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9481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0DD38A-8B47-A840-4EB3-3160C27B43DA}"/>
              </a:ext>
            </a:extLst>
          </p:cNvPr>
          <p:cNvSpPr txBox="1"/>
          <p:nvPr/>
        </p:nvSpPr>
        <p:spPr>
          <a:xfrm>
            <a:off x="1192697" y="1859340"/>
            <a:ext cx="9193694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Phishing Emails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out for these red flags: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Unusual sender address (e.g., “support@paypa1.com”)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Generic greetings like “Dear user” instead of your name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Urgent or threatening language (“Your account will be closed!”)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Suspicious links or attachments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Poor grammar or spelling errors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“Dear Customer, your account is suspended. Click here to update your details.”</a:t>
            </a:r>
          </a:p>
        </p:txBody>
      </p:sp>
    </p:spTree>
    <p:extLst>
      <p:ext uri="{BB962C8B-B14F-4D97-AF65-F5344CB8AC3E}">
        <p14:creationId xmlns:p14="http://schemas.microsoft.com/office/powerpoint/2010/main" val="379843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DA67AA-D846-9DEA-F3B3-DFD51F6092D1}"/>
              </a:ext>
            </a:extLst>
          </p:cNvPr>
          <p:cNvSpPr txBox="1"/>
          <p:nvPr/>
        </p:nvSpPr>
        <p:spPr>
          <a:xfrm>
            <a:off x="1083365" y="1133061"/>
            <a:ext cx="9819861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Spotting Fake Websites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Clues of a Fake Site: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URL mismatches (e.g., “www.bank-secure-login.com” instead of “www.bank.com”)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🔒 Missing HTTPS or invalid security certificate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🧩 Poor design or broken images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💳 Asking for unnecessary personal info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your mouse over links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clicking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check if the real address matches what’s displayed.</a:t>
            </a:r>
          </a:p>
        </p:txBody>
      </p:sp>
    </p:spTree>
    <p:extLst>
      <p:ext uri="{BB962C8B-B14F-4D97-AF65-F5344CB8AC3E}">
        <p14:creationId xmlns:p14="http://schemas.microsoft.com/office/powerpoint/2010/main" val="1741619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BF26AA-5DB6-4D54-89F8-FF992F4F77F4}"/>
              </a:ext>
            </a:extLst>
          </p:cNvPr>
          <p:cNvSpPr txBox="1"/>
          <p:nvPr/>
        </p:nvSpPr>
        <p:spPr>
          <a:xfrm>
            <a:off x="2107095" y="1560443"/>
            <a:ext cx="9084365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Tactics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manipulate human psychology to gain trust.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Tactics: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“This is your manager, send the report now.”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“Act immediately or lose access!”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“Your account has been compromised.”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“You’ve won a free iPhone!”</a:t>
            </a:r>
          </a:p>
        </p:txBody>
      </p:sp>
    </p:spTree>
    <p:extLst>
      <p:ext uri="{BB962C8B-B14F-4D97-AF65-F5344CB8AC3E}">
        <p14:creationId xmlns:p14="http://schemas.microsoft.com/office/powerpoint/2010/main" val="234758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4C3C45-8834-37FE-5817-4D314164F5C8}"/>
              </a:ext>
            </a:extLst>
          </p:cNvPr>
          <p:cNvSpPr txBox="1"/>
          <p:nvPr/>
        </p:nvSpPr>
        <p:spPr>
          <a:xfrm>
            <a:off x="2007704" y="1759226"/>
            <a:ext cx="9541566" cy="326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to Stay Safe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before you click.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sender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phone or official contact methods.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URLs carefully.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share passwords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email or messages.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software and antivirus updated.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multi-factor authentication (MFA).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74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49D927-6B88-0262-4B41-2E460CABD426}"/>
              </a:ext>
            </a:extLst>
          </p:cNvPr>
          <p:cNvSpPr txBox="1"/>
          <p:nvPr/>
        </p:nvSpPr>
        <p:spPr>
          <a:xfrm>
            <a:off x="1461052" y="1967948"/>
            <a:ext cx="9640957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PayPal Phishing Scam (2022):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PayPal emails asked users to “verify accounts.” Thousands lost access to accounts.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Vaccine Phish: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sent fake vaccine registration links to steal data.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Delivery Scam: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delivery notice emails led to malicious login pages.</a:t>
            </a:r>
          </a:p>
        </p:txBody>
      </p:sp>
    </p:spTree>
    <p:extLst>
      <p:ext uri="{BB962C8B-B14F-4D97-AF65-F5344CB8AC3E}">
        <p14:creationId xmlns:p14="http://schemas.microsoft.com/office/powerpoint/2010/main" val="301590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78432-BA2D-9903-D351-19E206EF0838}"/>
              </a:ext>
            </a:extLst>
          </p:cNvPr>
          <p:cNvSpPr txBox="1"/>
          <p:nvPr/>
        </p:nvSpPr>
        <p:spPr>
          <a:xfrm>
            <a:off x="1133060" y="695739"/>
            <a:ext cx="10257183" cy="5576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 (Sample Questions)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Which of the following is a sign of a phishing email?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Personalized greeting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Urgent request to click a link ✅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Official company domain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should you do if you receive a suspicious email?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Reply to confirm details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Delete it and report to IT ✅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Forward to your friend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the safest way to access your bank account?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Click a link in the email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Use the official app or type the URL manually ✅</a:t>
            </a:r>
          </a:p>
        </p:txBody>
      </p:sp>
    </p:spTree>
    <p:extLst>
      <p:ext uri="{BB962C8B-B14F-4D97-AF65-F5344CB8AC3E}">
        <p14:creationId xmlns:p14="http://schemas.microsoft.com/office/powerpoint/2010/main" val="63717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742FB6-41DD-5477-E03B-DD100F5E5AB3}"/>
              </a:ext>
            </a:extLst>
          </p:cNvPr>
          <p:cNvSpPr txBox="1"/>
          <p:nvPr/>
        </p:nvSpPr>
        <p:spPr>
          <a:xfrm>
            <a:off x="2027583" y="1620078"/>
            <a:ext cx="7623313" cy="326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Phishing Attempts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suspect phishing: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Do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reply or click links.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📁 Take a screenshot.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Report to your IT/security team or official email (e.g., reportphishing@company.com).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🗑️ Delete the message.</a:t>
            </a:r>
          </a:p>
        </p:txBody>
      </p:sp>
    </p:spTree>
    <p:extLst>
      <p:ext uri="{BB962C8B-B14F-4D97-AF65-F5344CB8AC3E}">
        <p14:creationId xmlns:p14="http://schemas.microsoft.com/office/powerpoint/2010/main" val="203148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D71D95-2C76-C682-77E4-10B39EBBCF1A}"/>
              </a:ext>
            </a:extLst>
          </p:cNvPr>
          <p:cNvSpPr txBox="1"/>
          <p:nvPr/>
        </p:nvSpPr>
        <p:spPr>
          <a:xfrm>
            <a:off x="1441173" y="1868557"/>
            <a:ext cx="8696739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= psychological manipulation + fake digital communication.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before trusting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alert, stay informed,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share sensitive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carelessly.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“When in doubt, throw it out.”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4182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54</TotalTime>
  <Words>629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 malar</dc:creator>
  <cp:lastModifiedBy>varshinijatheshwaran@gmail.com</cp:lastModifiedBy>
  <cp:revision>1</cp:revision>
  <dcterms:created xsi:type="dcterms:W3CDTF">2025-10-14T05:16:00Z</dcterms:created>
  <dcterms:modified xsi:type="dcterms:W3CDTF">2025-11-05T06:15:05Z</dcterms:modified>
</cp:coreProperties>
</file>